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6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885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74320"/>
            <a:ext cx="109728" cy="6172200"/>
          </a:xfrm>
          <a:prstGeom prst="rect">
            <a:avLst/>
          </a:prstGeom>
          <a:solidFill>
            <a:srgbClr val="75A843"/>
          </a:solidFill>
          <a:ln w="12700">
            <a:solidFill>
              <a:srgbClr val="75A84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38328" y="274320"/>
            <a:ext cx="109728" cy="6172200"/>
          </a:xfrm>
          <a:prstGeom prst="rect">
            <a:avLst/>
          </a:prstGeom>
          <a:solidFill>
            <a:srgbClr val="0D6B93"/>
          </a:solidFill>
          <a:ln w="12700">
            <a:solidFill>
              <a:srgbClr val="0D6B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8368" y="3575304"/>
            <a:ext cx="11018520" cy="0"/>
          </a:xfrm>
          <a:prstGeom prst="line">
            <a:avLst/>
          </a:prstGeom>
          <a:noFill/>
          <a:ln w="330200">
            <a:solidFill>
              <a:srgbClr val="D9EFF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44168" y="2926080"/>
            <a:ext cx="0" cy="649224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44168" y="3575304"/>
            <a:ext cx="0" cy="612648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2926080"/>
            <a:ext cx="0" cy="649224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3575304"/>
            <a:ext cx="0" cy="585216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14600" y="4160520"/>
            <a:ext cx="0" cy="914400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913632" y="2432304"/>
            <a:ext cx="0" cy="1143000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13632" y="3575304"/>
            <a:ext cx="0" cy="585216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321808" y="2414016"/>
            <a:ext cx="0" cy="1161288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21808" y="3575304"/>
            <a:ext cx="0" cy="585216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21808" y="4160520"/>
            <a:ext cx="0" cy="914400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31152" y="2834640"/>
            <a:ext cx="0" cy="740664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931152" y="3575304"/>
            <a:ext cx="0" cy="585216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67928" y="1664208"/>
            <a:ext cx="0" cy="1911096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67928" y="2560320"/>
            <a:ext cx="0" cy="1014984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67928" y="3575304"/>
            <a:ext cx="0" cy="585216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567928" y="4160520"/>
            <a:ext cx="0" cy="941832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32720" y="2587752"/>
            <a:ext cx="0" cy="987552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344168" y="4160520"/>
            <a:ext cx="1170432" cy="0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913632" y="4160520"/>
            <a:ext cx="1408176" cy="0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567928" y="2587752"/>
            <a:ext cx="1764792" cy="0"/>
          </a:xfrm>
          <a:prstGeom prst="line">
            <a:avLst/>
          </a:prstGeom>
          <a:noFill/>
          <a:ln w="10160">
            <a:solidFill>
              <a:srgbClr val="395B7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12164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43000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82596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313432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81628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12464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289804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20640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899148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729984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35924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366760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0300716" y="3429000"/>
            <a:ext cx="64008" cy="64008"/>
          </a:xfrm>
          <a:prstGeom prst="ellipse">
            <a:avLst/>
          </a:prstGeom>
          <a:solidFill>
            <a:srgbClr val="254B75"/>
          </a:solidFill>
          <a:ln w="12700">
            <a:solidFill>
              <a:srgbClr val="254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131552" y="3758184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54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8952" y="2331720"/>
            <a:ext cx="1170432" cy="621792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44" name="Text 42"/>
          <p:cNvSpPr/>
          <p:nvPr/>
        </p:nvSpPr>
        <p:spPr>
          <a:xfrm>
            <a:off x="1956816" y="2331720"/>
            <a:ext cx="1261872" cy="621792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45" name="Text 43"/>
          <p:cNvSpPr/>
          <p:nvPr/>
        </p:nvSpPr>
        <p:spPr>
          <a:xfrm>
            <a:off x="941832" y="4160520"/>
            <a:ext cx="1353312" cy="676656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46" name="Text 44"/>
          <p:cNvSpPr/>
          <p:nvPr/>
        </p:nvSpPr>
        <p:spPr>
          <a:xfrm>
            <a:off x="1024128" y="5074920"/>
            <a:ext cx="1298448" cy="676656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47" name="Text 45"/>
          <p:cNvSpPr/>
          <p:nvPr/>
        </p:nvSpPr>
        <p:spPr>
          <a:xfrm>
            <a:off x="3227832" y="2331720"/>
            <a:ext cx="1261872" cy="621792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3474720" y="1490472"/>
            <a:ext cx="1207008" cy="640080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49" name="Text 47"/>
          <p:cNvSpPr/>
          <p:nvPr/>
        </p:nvSpPr>
        <p:spPr>
          <a:xfrm>
            <a:off x="3456432" y="4160520"/>
            <a:ext cx="1280160" cy="713232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0" name="Text 48"/>
          <p:cNvSpPr/>
          <p:nvPr/>
        </p:nvSpPr>
        <p:spPr>
          <a:xfrm>
            <a:off x="4782312" y="2331720"/>
            <a:ext cx="1143000" cy="621792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4745736" y="1490472"/>
            <a:ext cx="1234440" cy="640080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2" name="Text 50"/>
          <p:cNvSpPr/>
          <p:nvPr/>
        </p:nvSpPr>
        <p:spPr>
          <a:xfrm>
            <a:off x="4736592" y="4160520"/>
            <a:ext cx="1243584" cy="694944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3" name="Text 51"/>
          <p:cNvSpPr/>
          <p:nvPr/>
        </p:nvSpPr>
        <p:spPr>
          <a:xfrm>
            <a:off x="4754880" y="5074920"/>
            <a:ext cx="1325880" cy="859536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4" name="Text 52"/>
          <p:cNvSpPr/>
          <p:nvPr/>
        </p:nvSpPr>
        <p:spPr>
          <a:xfrm>
            <a:off x="6446520" y="2331720"/>
            <a:ext cx="1243584" cy="658368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5" name="Text 53"/>
          <p:cNvSpPr/>
          <p:nvPr/>
        </p:nvSpPr>
        <p:spPr>
          <a:xfrm>
            <a:off x="6382512" y="4160520"/>
            <a:ext cx="1316736" cy="731520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6" name="Text 54"/>
          <p:cNvSpPr/>
          <p:nvPr/>
        </p:nvSpPr>
        <p:spPr>
          <a:xfrm>
            <a:off x="8119872" y="1490472"/>
            <a:ext cx="1417320" cy="749808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7" name="Text 55"/>
          <p:cNvSpPr/>
          <p:nvPr/>
        </p:nvSpPr>
        <p:spPr>
          <a:xfrm>
            <a:off x="8065008" y="2359152"/>
            <a:ext cx="1481328" cy="768096"/>
          </a:xfrm>
          <a:prstGeom prst="rect">
            <a:avLst/>
          </a:prstGeom>
          <a:solidFill>
            <a:srgbClr val="F5F5F5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8" name="Text 56"/>
          <p:cNvSpPr/>
          <p:nvPr/>
        </p:nvSpPr>
        <p:spPr>
          <a:xfrm>
            <a:off x="8019288" y="4160520"/>
            <a:ext cx="1444752" cy="804672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59" name="Text 57"/>
          <p:cNvSpPr/>
          <p:nvPr/>
        </p:nvSpPr>
        <p:spPr>
          <a:xfrm>
            <a:off x="8092440" y="5074920"/>
            <a:ext cx="1389888" cy="676656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  <p:sp>
        <p:nvSpPr>
          <p:cNvPr id="60" name="Text 58"/>
          <p:cNvSpPr/>
          <p:nvPr/>
        </p:nvSpPr>
        <p:spPr>
          <a:xfrm>
            <a:off x="9838944" y="2331720"/>
            <a:ext cx="1554480" cy="768096"/>
          </a:xfrm>
          <a:prstGeom prst="rect">
            <a:avLst/>
          </a:prstGeom>
          <a:solidFill>
            <a:srgbClr val="FFFFFF"/>
          </a:solidFill>
          <a:ln w="10795">
            <a:solidFill>
              <a:srgbClr val="395B72"/>
            </a:solidFill>
          </a:ln>
        </p:spPr>
        <p:txBody>
          <a:bodyPr wrap="square" rtlCol="0" anchor="ctr">
            <a:normAutofit/>
          </a:bodyPr>
          <a:lstStyle/>
          <a:p>
            <a:pPr marL="0" indent="0" algn="l">
              <a:buNone/>
            </a:pPr>
            <a:endParaRPr lang="en-US" sz="6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Gotion global presence</dc:title>
  <dc:subject>Gotion global presence mockup</dc:subject>
  <dc:creator>OpenAI</dc:creator>
  <cp:lastModifiedBy>Patrick Pei</cp:lastModifiedBy>
  <cp:revision>2</cp:revision>
  <dcterms:created xsi:type="dcterms:W3CDTF">2026-08-05T12:52:37Z</dcterms:created>
  <dcterms:modified xsi:type="dcterms:W3CDTF">2026-08-05T13:07:23Z</dcterms:modified>
</cp:coreProperties>
</file>